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5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4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36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4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4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80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03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67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8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22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83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</a:t>
            </a: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</a:p>
          <a:p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Grievance and Feedback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>
                <a:latin typeface="Calibiri"/>
              </a:rPr>
              <a:t>Prepared by: Indhu </a:t>
            </a:r>
            <a:r>
              <a:rPr lang="en-IN" dirty="0">
                <a:latin typeface="Calibiri"/>
              </a:rPr>
              <a:t>C</a:t>
            </a:r>
            <a:endParaRPr dirty="0">
              <a:latin typeface="Calibiri"/>
            </a:endParaRPr>
          </a:p>
          <a:p>
            <a:r>
              <a:rPr dirty="0">
                <a:latin typeface="Calibiri"/>
              </a:rPr>
              <a:t>B</a:t>
            </a:r>
            <a:r>
              <a:rPr lang="en-IN" dirty="0">
                <a:latin typeface="Calibiri"/>
              </a:rPr>
              <a:t>.</a:t>
            </a:r>
            <a:r>
              <a:rPr dirty="0">
                <a:latin typeface="Calibiri"/>
              </a:rPr>
              <a:t>Tech – Computer Science Engineering</a:t>
            </a:r>
            <a:r>
              <a:rPr lang="en-IN" dirty="0">
                <a:latin typeface="Calibiri"/>
              </a:rPr>
              <a:t> , SEM- VI </a:t>
            </a:r>
            <a:endParaRPr dirty="0">
              <a:latin typeface="Calibiri"/>
            </a:endParaRPr>
          </a:p>
          <a:p>
            <a:r>
              <a:rPr dirty="0">
                <a:latin typeface="Calibiri"/>
              </a:rPr>
              <a:t>Mohan Babu University</a:t>
            </a:r>
            <a:r>
              <a:rPr lang="en-IN" dirty="0">
                <a:latin typeface="Calibiri"/>
              </a:rPr>
              <a:t> , Tirupati</a:t>
            </a:r>
            <a:endParaRPr dirty="0">
              <a:latin typeface="Calibiri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Resolve</a:t>
            </a:r>
            <a:r>
              <a:rPr lang="en-IN" dirty="0"/>
              <a:t> </a:t>
            </a:r>
            <a:r>
              <a:rPr dirty="0"/>
              <a:t>IT is a centralized digital platform for managing grievances and feedback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It replaces manual and email-based complaint handling with a structured workflow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The system ensures transparency, accountability, and timely resolution of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It is designed as a scalable solution adaptable across institutions and organizations.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979" y="393290"/>
            <a:ext cx="7543800" cy="97044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High-Impact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1993218"/>
            <a:ext cx="7543801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Role-based Access:</a:t>
            </a:r>
            <a:r>
              <a:rPr lang="en-US" dirty="0"/>
              <a:t>Access controls ensure data privacy by limiting user permissions based on their roles.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Secure Access Control:</a:t>
            </a:r>
            <a:r>
              <a:rPr lang="en-US" dirty="0"/>
              <a:t> Ensures that only authorized personnel can view or edit specific departmental grievances.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Smart Issue Categorization &amp; Routing : </a:t>
            </a:r>
            <a:r>
              <a:rPr lang="en-US" dirty="0"/>
              <a:t>Automatically categorizes grievances and assigns them to the relevant department for faster resolution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Anonymous-but-Verified Grievance Submission:</a:t>
            </a:r>
            <a:r>
              <a:rPr lang="en-US" dirty="0"/>
              <a:t>Users can submit grievances anonymously while the system internally verifies authenticity.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Two-Way Communication Module:</a:t>
            </a:r>
            <a:r>
              <a:rPr lang="en-US" dirty="0"/>
              <a:t>Enables structured interaction between users and authorities for clarification and updates without prematurely closing the grievance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86</TotalTime>
  <Words>175</Words>
  <Application>Microsoft Office PowerPoint</Application>
  <PresentationFormat>On-screen Show 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Calibiri</vt:lpstr>
      <vt:lpstr>Calibri</vt:lpstr>
      <vt:lpstr>Calibri Light</vt:lpstr>
      <vt:lpstr>Times New Roman</vt:lpstr>
      <vt:lpstr>Retrospect</vt:lpstr>
      <vt:lpstr>Resolve IT Smart Grievance and Feedback Management System</vt:lpstr>
      <vt:lpstr>Project Overview</vt:lpstr>
      <vt:lpstr> High-Impact Features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Indhu cvr</dc:creator>
  <cp:keywords/>
  <dc:description>generated using python-pptx</dc:description>
  <cp:lastModifiedBy>Indhu cvr</cp:lastModifiedBy>
  <cp:revision>4</cp:revision>
  <dcterms:created xsi:type="dcterms:W3CDTF">2013-01-27T09:14:16Z</dcterms:created>
  <dcterms:modified xsi:type="dcterms:W3CDTF">2026-02-03T15:42:33Z</dcterms:modified>
  <cp:category/>
</cp:coreProperties>
</file>