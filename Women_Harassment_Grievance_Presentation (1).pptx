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1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3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9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5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5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8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6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8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4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1753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57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7277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31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62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5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1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617111" cy="13208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Safety &amp; Harassment Grievance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Chandana Priya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Indhu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Soundarya 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 Priya Jetty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Harassment Grievance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and confidential platform for reporting harassment-related grievances.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anonymous reporting to encourage safe and fearless submissions.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 access ensures only authorized internal committees can view cases.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Policy-driven workflows and structured escalation for professional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28" y="1668977"/>
            <a:ext cx="6347714" cy="3880773"/>
          </a:xfrm>
        </p:spPr>
        <p:txBody>
          <a:bodyPr>
            <a:normAutofit/>
          </a:bodyPr>
          <a:lstStyle/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Harassment grievances are often underreported due to fear of exposure and lack of confidentiality.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mechanisms are manual, unstructured, and lack proper escalation.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Absence of transparency and accountability in grievance handling.</a:t>
            </a:r>
          </a:p>
          <a:p>
            <a:r>
              <a:rPr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 secure, controlled, and policy-compliant grievance management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75018-A0AA-6C38-5483-3CAD598C0E5B}"/>
              </a:ext>
            </a:extLst>
          </p:cNvPr>
          <p:cNvSpPr txBox="1"/>
          <p:nvPr/>
        </p:nvSpPr>
        <p:spPr>
          <a:xfrm>
            <a:off x="934066" y="984525"/>
            <a:ext cx="67449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Airline Grievance Management System</a:t>
            </a:r>
            <a:br>
              <a:rPr lang="en-IN" sz="1800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B827A-B3C1-FB43-D193-492B909A969B}"/>
              </a:ext>
            </a:extLst>
          </p:cNvPr>
          <p:cNvSpPr txBox="1"/>
          <p:nvPr/>
        </p:nvSpPr>
        <p:spPr>
          <a:xfrm>
            <a:off x="1047136" y="2369520"/>
            <a:ext cx="45916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Chandana Priya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Indhu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Soundarya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 Priya Jetty</a:t>
            </a:r>
          </a:p>
        </p:txBody>
      </p:sp>
    </p:spTree>
    <p:extLst>
      <p:ext uri="{BB962C8B-B14F-4D97-AF65-F5344CB8AC3E}">
        <p14:creationId xmlns:p14="http://schemas.microsoft.com/office/powerpoint/2010/main" val="410156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AE3DD-D4F2-4A5B-FF90-7991E761D608}"/>
              </a:ext>
            </a:extLst>
          </p:cNvPr>
          <p:cNvSpPr txBox="1"/>
          <p:nvPr/>
        </p:nvSpPr>
        <p:spPr>
          <a:xfrm>
            <a:off x="1086464" y="680573"/>
            <a:ext cx="5756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Airline Grievance Management – Overview</a:t>
            </a:r>
            <a:endParaRPr lang="en-IN" sz="3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092EC-1886-33EA-3B87-8E8EA22E9CC7}"/>
              </a:ext>
            </a:extLst>
          </p:cNvPr>
          <p:cNvSpPr txBox="1"/>
          <p:nvPr/>
        </p:nvSpPr>
        <p:spPr>
          <a:xfrm>
            <a:off x="653844" y="2187110"/>
            <a:ext cx="662202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platform to register and manage passenger grievances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fast, transparent, and department-wise resolution of airline complaints.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flight delays, baggage issues, refunds, service quality, and seat allocation disputes.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structured workflows with clear ownership and escalation.</a:t>
            </a:r>
          </a:p>
        </p:txBody>
      </p:sp>
    </p:spTree>
    <p:extLst>
      <p:ext uri="{BB962C8B-B14F-4D97-AF65-F5344CB8AC3E}">
        <p14:creationId xmlns:p14="http://schemas.microsoft.com/office/powerpoint/2010/main" val="398391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096615-B922-CA85-3036-93BC97E6EE7F}"/>
              </a:ext>
            </a:extLst>
          </p:cNvPr>
          <p:cNvSpPr txBox="1"/>
          <p:nvPr/>
        </p:nvSpPr>
        <p:spPr>
          <a:xfrm>
            <a:off x="594850" y="1699846"/>
            <a:ext cx="652370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 passengers frequently face delays, cancellations, and service disruptions.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Grievances related to baggage, refunds, and seat allocation are often handled manually.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departments cause delays and lack of accountability in resolution.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 centralized, SLA-driven grievance management system for airlines.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D4AEA-700C-4E4A-4683-50776BAABD37}"/>
              </a:ext>
            </a:extLst>
          </p:cNvPr>
          <p:cNvSpPr txBox="1"/>
          <p:nvPr/>
        </p:nvSpPr>
        <p:spPr>
          <a:xfrm>
            <a:off x="850490" y="674430"/>
            <a:ext cx="4591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2678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</TotalTime>
  <Words>236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Times New Roman</vt:lpstr>
      <vt:lpstr>Trebuchet MS</vt:lpstr>
      <vt:lpstr>Wingdings 3</vt:lpstr>
      <vt:lpstr>Facet</vt:lpstr>
      <vt:lpstr>Women Safety &amp; Harassment Grievance</vt:lpstr>
      <vt:lpstr>Women Harassment Grievance – Overview</vt:lpstr>
      <vt:lpstr>Problem Statement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Indhu cvr</dc:creator>
  <cp:keywords/>
  <dc:description>generated using python-pptx</dc:description>
  <cp:lastModifiedBy>Indhu cvr</cp:lastModifiedBy>
  <cp:revision>5</cp:revision>
  <dcterms:created xsi:type="dcterms:W3CDTF">2013-01-27T09:14:16Z</dcterms:created>
  <dcterms:modified xsi:type="dcterms:W3CDTF">2026-02-05T15:48:04Z</dcterms:modified>
  <cp:category/>
</cp:coreProperties>
</file>